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93bb92797a4dc7" /><Relationship Type="http://schemas.openxmlformats.org/officeDocument/2006/relationships/extended-properties" Target="/docProps/app.xml" Id="Rc3c89fabb0664269" /><Relationship Type="http://schemas.openxmlformats.org/officeDocument/2006/relationships/officeDocument" Target="/ppt/presentation.xml" Id="R990f12789a4243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f2d554fde44589"/>
  </p:sldMasterIdLst>
  <p:notesMasterIdLst>
    <p:notesMasterId xmlns:r="http://schemas.openxmlformats.org/officeDocument/2006/relationships" r:id="R1f9a12eaf9324f05"/>
  </p:notesMasterIdLst>
  <p:sldIdLst>
    <p:sldId xmlns:r="http://schemas.openxmlformats.org/officeDocument/2006/relationships" id="256" r:id="R0ce6bc30e8ca4ef8"/>
    <p:sldId xmlns:r="http://schemas.openxmlformats.org/officeDocument/2006/relationships" id="257" r:id="R494096615cdc4d9a"/>
    <p:sldId xmlns:r="http://schemas.openxmlformats.org/officeDocument/2006/relationships" id="258" r:id="R8d8e4a0ba4304d48"/>
    <p:sldId xmlns:r="http://schemas.openxmlformats.org/officeDocument/2006/relationships" id="259" r:id="R9a8e7fd7cc714ccf"/>
    <p:sldId xmlns:r="http://schemas.openxmlformats.org/officeDocument/2006/relationships" id="260" r:id="Rfd6549651b3441b2"/>
    <p:sldId xmlns:r="http://schemas.openxmlformats.org/officeDocument/2006/relationships" id="261" r:id="R7c966246552f4250"/>
    <p:sldId xmlns:r="http://schemas.openxmlformats.org/officeDocument/2006/relationships" id="262" r:id="Rb98bd90a1ae54321"/>
    <p:sldId xmlns:r="http://schemas.openxmlformats.org/officeDocument/2006/relationships" id="263" r:id="Rba92a614c0e64c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d3093e26fb4fd3" /><Relationship Type="http://schemas.openxmlformats.org/officeDocument/2006/relationships/slideMaster" Target="/ppt/slideMasters/slideMaster1.xml" Id="R63f2d554fde44589" /><Relationship Type="http://schemas.openxmlformats.org/officeDocument/2006/relationships/notesMaster" Target="/ppt/notesMasters/notesMaster1.xml" Id="R1f9a12eaf9324f05" /><Relationship Type="http://schemas.openxmlformats.org/officeDocument/2006/relationships/presProps" Target="/ppt/presProps.xml" Id="Ra4bf5a591c924b22" /><Relationship Type="http://schemas.openxmlformats.org/officeDocument/2006/relationships/tableStyles" Target="/ppt/tableStyles.xml" Id="Rd121b648e83f4bcc" /><Relationship Type="http://schemas.openxmlformats.org/officeDocument/2006/relationships/slide" Target="/ppt/slides/slide1.xml" Id="R0ce6bc30e8ca4ef8" /><Relationship Type="http://schemas.openxmlformats.org/officeDocument/2006/relationships/slide" Target="/ppt/slides/slide2.xml" Id="R494096615cdc4d9a" /><Relationship Type="http://schemas.openxmlformats.org/officeDocument/2006/relationships/slide" Target="/ppt/slides/slide3.xml" Id="R8d8e4a0ba4304d48" /><Relationship Type="http://schemas.openxmlformats.org/officeDocument/2006/relationships/slide" Target="/ppt/slides/slide4.xml" Id="R9a8e7fd7cc714ccf" /><Relationship Type="http://schemas.openxmlformats.org/officeDocument/2006/relationships/slide" Target="/ppt/slides/slide5.xml" Id="Rfd6549651b3441b2" /><Relationship Type="http://schemas.openxmlformats.org/officeDocument/2006/relationships/slide" Target="/ppt/slides/slide6.xml" Id="R7c966246552f4250" /><Relationship Type="http://schemas.openxmlformats.org/officeDocument/2006/relationships/slide" Target="/ppt/slides/slide7.xml" Id="Rb98bd90a1ae54321" /><Relationship Type="http://schemas.openxmlformats.org/officeDocument/2006/relationships/slide" Target="/ppt/slides/slide8.xml" Id="Rba92a614c0e64c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b476611f6f4c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137507d6864b53" /><Relationship Type="http://schemas.openxmlformats.org/officeDocument/2006/relationships/notesMaster" Target="/ppt/notesMasters/notesMaster1.xml" Id="R723757f261ce4c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adab5f5a664e5d" /><Relationship Type="http://schemas.openxmlformats.org/officeDocument/2006/relationships/notesMaster" Target="/ppt/notesMasters/notesMaster1.xml" Id="R08782f08aebe4a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88b3ca933c4438" /><Relationship Type="http://schemas.openxmlformats.org/officeDocument/2006/relationships/notesMaster" Target="/ppt/notesMasters/notesMaster1.xml" Id="Rf0adc1ce860643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4905b9c6b04c75" /><Relationship Type="http://schemas.openxmlformats.org/officeDocument/2006/relationships/notesMaster" Target="/ppt/notesMasters/notesMaster1.xml" Id="R1731684ac8af42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ba948ae0014e78" /><Relationship Type="http://schemas.openxmlformats.org/officeDocument/2006/relationships/notesMaster" Target="/ppt/notesMasters/notesMaster1.xml" Id="R7ad260d2a1b248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612f8749f74b87" /><Relationship Type="http://schemas.openxmlformats.org/officeDocument/2006/relationships/notesMaster" Target="/ppt/notesMasters/notesMaster1.xml" Id="R048e0f4c043440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bb71a3d3074313" /><Relationship Type="http://schemas.openxmlformats.org/officeDocument/2006/relationships/notesMaster" Target="/ppt/notesMasters/notesMaster1.xml" Id="Ra68af349905a40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76f81c9dcd42ac" /><Relationship Type="http://schemas.openxmlformats.org/officeDocument/2006/relationships/notesMaster" Target="/ppt/notesMasters/notesMaster1.xml" Id="Rfd9cc3c5dac249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内容依据：docs/03-总结报告-StreamLens.md 与 docs/02-测试文档-StreamLens.md。指标仅使用项目已记录结果。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依据：docs/01-设计文档-StreamLens.md 第 1 节；docs/03-总结报告-StreamLens.md。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依据：src/agents/agent.py、src/main.py、docs/natural-dialogue-implementation.md。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依据：src/tools/prompt_tools.py、src/tools/entropy_detector.py、docs/01-设计文档-StreamLens.md 第 3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依据：src/tools/pcap_tools.py 与 config/agent_llm_config.json 中的 PCAP 边界说明。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依据：src/agents/agent.py、src/tools/adversary_service.py、src/tools/case_store.py。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依据：docs/02-测试文档-StreamLens.md 第 8 节；scripts/expanded_eval.py 实际输出。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依据：docs/03-总结报告-StreamLens.md 与 docs/00-比赛提交包说明-StreamLens.md。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594284d9246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4d0332c02241da" /><Relationship Type="http://schemas.openxmlformats.org/officeDocument/2006/relationships/slideLayout" Target="/ppt/slideLayouts/slideLayout1.xml" Id="Ra124c3f1666c4d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24c3f1666c4d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90ac33e324f86" /><Relationship Type="http://schemas.openxmlformats.org/officeDocument/2006/relationships/notesSlide" Target="/ppt/notesSlides/notesSlide1.xml" Id="Rd3ec608073fa43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fc6be09984cd3" /><Relationship Type="http://schemas.openxmlformats.org/officeDocument/2006/relationships/notesSlide" Target="/ppt/notesSlides/notesSlide2.xml" Id="Rbfa57091c2ff4b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2f0aa0a564269" /><Relationship Type="http://schemas.openxmlformats.org/officeDocument/2006/relationships/notesSlide" Target="/ppt/notesSlides/notesSlide3.xml" Id="R5949c2b0300546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ec1cbfee34e34" /><Relationship Type="http://schemas.openxmlformats.org/officeDocument/2006/relationships/notesSlide" Target="/ppt/notesSlides/notesSlide4.xml" Id="R0d7aae25ee6141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8e07ed252401b" /><Relationship Type="http://schemas.openxmlformats.org/officeDocument/2006/relationships/notesSlide" Target="/ppt/notesSlides/notesSlide5.xml" Id="R54f199fbc60749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b48563de74ccf" /><Relationship Type="http://schemas.openxmlformats.org/officeDocument/2006/relationships/notesSlide" Target="/ppt/notesSlides/notesSlide6.xml" Id="Rf2855a2aa4644a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b6e10b1204910" /><Relationship Type="http://schemas.openxmlformats.org/officeDocument/2006/relationships/notesSlide" Target="/ppt/notesSlides/notesSlide7.xml" Id="R661af202d9814c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d0ff794194d9e" /><Relationship Type="http://schemas.openxmlformats.org/officeDocument/2006/relationships/notesSlide" Target="/ppt/notesSlides/notesSlide8.xml" Id="R275c5aa6053f45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0FB29-2D0C-4951-BF48-454C31C9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379E0-EAB0-4972-9721-6EEF1429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StreamLens 明鉴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84EBA-8182-4F6F-9EC9-B5C05960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69AA"/>
                </a:solidFill>
                <a:latin typeface="Arial"/>
                <a:ea typeface="Arial"/>
                <a:cs typeface="Arial"/>
              </a:rPr>
              <a:t>Prompt 与网络流量安全调查智能体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30AD4-ADF2-4FDE-8A8D-BE73F6E2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比赛答辩材料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3D43E-CBDF-457D-A7C1-2C422C47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856E8-32C4-4E89-AF67-29637CC8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大模型负责理解与规划，本地引擎负责检测与证据。</a:t>
            </a:r>
          </a:p>
        </p:txBody>
      </p:sp>
    </p:spTree>
    <p:extLst>
      <p:ext uri="{BB962C8B-B14F-4D97-AF65-F5344CB8AC3E}">
        <p14:creationId xmlns:p14="http://schemas.microsoft.com/office/powerpoint/2010/main" val="11489321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2B06E-1AC1-48C8-8999-95AF8C98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背景与安全问题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3852E-591B-467B-85E3-44F143B6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安全入口变得非结构化，检测结果需要可解释、可复核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05E72-3F8A-4C4B-9029-9951AE3A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515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21696-C586-4373-BF26-3B688C9E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Prompt 攻击难发现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8F2FB-2C0A-4811-A9A6-1A432898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9547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注入、越狱、对抗后缀可能绕过单一关键词规则。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25D02-0CAE-45C1-8390-3CBC86BD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0515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9F7A4-8C00-4596-A513-DAFFA7BB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PCAP 告警难研判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86625-324A-4676-A930-7B40B06B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5277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告警只给标签，分析人员还要手工找证据、串攻击链、写报告。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F0DBE1-465A-4686-A5C8-3E6B34E6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10515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BA37C-D5AB-4953-A4FA-EA544B90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AI 结论难审计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88E27-AC59-4802-892D-B59656EE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1007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黑盒结论缺少来源，误报时无法解释，处置可能越过授权边界。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BD948-00DA-4253-8326-2CD51151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设计目标：让用户用自然语言开始调查，让每个结论都能回到真实证据。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514FE-8BF1-4C09-B33E-E6417E10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StreamLens 明鉴  |  2/8</a:t>
            </a:r>
          </a:p>
        </p:txBody>
      </p:sp>
    </p:spTree>
    <p:extLst>
      <p:ext uri="{BB962C8B-B14F-4D97-AF65-F5344CB8AC3E}">
        <p14:creationId xmlns:p14="http://schemas.microsoft.com/office/powerpoint/2010/main" val="17231805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9C9FA9-9E3C-42CE-9715-FA7D9C77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系统架构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9038C-8C2B-4FF9-9FE4-B0C021C0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模型、编排、检测、知识与审计分层协作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5C49F-EE40-4CCA-9797-D09981A1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A3E63-F472-4180-BBEF-DE730B87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76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对话层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AA56F-6827-4DA0-951C-7255B0E3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954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自然语言追问  |  流式输出  |  主动建议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F40DB-B7F6-4588-A923-C5A17CEF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F38BB-D256-4BB8-A3E3-5ED09F21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Agent 编排层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29626-65DC-470B-B13C-4D892628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LangChain Agent  |  案件上下文  |  工具路由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BD391-C04F-4738-8378-6C8F6BCE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9B62B-F5E1-4B2B-9B95-3D96B904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19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检测工具层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F0CF2-1D52-4AC5-9A7F-EF21CC89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Prompt 三路  |  PCAP 三路  |  修复复检  |  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8EF9AA-065A-4648-A59B-BF94B2D0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96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953A9-BF2F-4E4C-A0EA-665590E4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91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证据与知识层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EEDE5-4FA9-42B2-8E16-2FCF143B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101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RAG 佐证  |  real/derived  |  审计事件  |  授权边界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5BCFE8-CB27-487C-9CB1-FC83EDF3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7B207-EAB5-4E65-BBF4-3623482E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864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输入：Prompt / PCAP / 追问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88311E-E82B-4FE9-A220-7E02ACF4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197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CA107-A474-49D0-BEBA-A11B08C4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864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输出：结论 / 证据 / 方案 / 报告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4D2E53-B2E2-45E0-8B20-72ADAACC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StreamLens 明鉴  |  3/8</a:t>
            </a:r>
          </a:p>
        </p:txBody>
      </p:sp>
    </p:spTree>
    <p:extLst>
      <p:ext uri="{BB962C8B-B14F-4D97-AF65-F5344CB8AC3E}">
        <p14:creationId xmlns:p14="http://schemas.microsoft.com/office/powerpoint/2010/main" val="1375648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3EABDE-BD2B-4B68-8E1E-1B0702C2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Prompt 安全检测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5DFBE-0457-4AF6-BDF6-31E45CE2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三路取证、固定融合、反事实归因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1C849-BEDC-4072-9994-447F82CF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8E278-7100-4370-85AA-B354AFA1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规则路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49D08-992F-4689-9714-60F58C60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已知越权与注入标记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09CEE-DCB2-4CF7-91C1-C056CD97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002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EEED3-9AA2-4F72-A24E-BBF2B683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09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分布路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4448C-FB47-4B8D-AE77-8FCBFFB8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669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字符级熵 + Entropy-CPD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2B0AE-812A-4643-A3AB-21CB98D2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A0B3E-90EA-4414-85C6-6B8D35DE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语义路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473A3E-D88F-47D2-AE5B-50B530D0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模型判定意图与风险类别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2047B-54B5-4CD5-9735-8F07A46C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固定融合策略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B23D5-B654-4000-9017-51D2BF53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147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语义佐证 + 分布候选 → 拦截或人工复核</a:t>
            </a:r>
          </a:p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纯统计异常 → 只转人工复核，不直接定罪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B6CE7-6184-4E67-8765-C38377A3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四重误报闸门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C2BE8-A79B-459A-86F1-E4778D14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529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短序列不报警  |  持续偏移校验  |  强度校验  |  短文本置信折减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089233-F88F-4DE1-9AB4-ED1A0367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0562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05621"/>
                </a:solidFill>
                <a:latin typeface="Arial"/>
                <a:ea typeface="Arial"/>
                <a:cs typeface="Arial"/>
              </a:rPr>
              <a:t>反事实归因：截断异常片段后重检，判断风险是否确实来自定位段。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9B0F47-21A2-45E4-8287-79EE9170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StreamLens 明鉴  |  4/8</a:t>
            </a:r>
          </a:p>
        </p:txBody>
      </p:sp>
    </p:spTree>
    <p:extLst>
      <p:ext uri="{BB962C8B-B14F-4D97-AF65-F5344CB8AC3E}">
        <p14:creationId xmlns:p14="http://schemas.microsoft.com/office/powerpoint/2010/main" val="6714481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2000BD-5CF4-4E39-B0E0-3DC5851F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PCAP 流量分析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9049F-2AEC-4F3E-82FB-1878A302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规则、行为与融合三路消融，证据可定位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E249E-0401-4C9A-A48E-F000FD32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规则路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6AD19-6961-4C13-B579-98F667E6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固定阈值与载荷特征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A92C7-2EAA-41F0-882D-CCD03759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76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行为路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750BB-A823-4674-9DCF-56120F75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764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端口广度、连接速率、周期性、上行速率和 DNS 分布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53F5C-6365-4C4F-80DF-FD4A64EC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76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融合路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A6557-6566-4807-A877-7BB2E863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证据归并与归因裁决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1A087-08EF-4B2D-BE57-43AF1D06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EEAFE-AFD4-47FB-9F98-6BFCE406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覆盖的网络攻击候选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3FE15-E218-49A4-A89D-FDC46512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9090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端口扫描、SSH 暴力破解、C2 心跳、数据外传、SQL 注入、DNS 隧道、</a:t>
            </a:r>
          </a:p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Web 攻击载荷、SYN 洪泛、ARP 欺骗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059C7-F3F0-4829-8DDB-47AB7004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E2546-AE2B-4213-8A31-024D4324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053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0562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05621"/>
                </a:solidFill>
                <a:latin typeface="Arial"/>
                <a:ea typeface="Arial"/>
                <a:cs typeface="Arial"/>
              </a:rPr>
              <a:t>0day、加密流量内容解密和完整 APT 渗透链不在规则覆盖内；443 周期流量只给弱证据。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0A299-A36C-40EB-B56D-C56FB665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StreamLens 明鉴  |  5/8</a:t>
            </a:r>
          </a:p>
        </p:txBody>
      </p:sp>
    </p:spTree>
    <p:extLst>
      <p:ext uri="{BB962C8B-B14F-4D97-AF65-F5344CB8AC3E}">
        <p14:creationId xmlns:p14="http://schemas.microsoft.com/office/powerpoint/2010/main" val="9173628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B0234A-DC8D-4BAE-ADBF-508F7EBE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Agent 对话与攻防实验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790FD-22A7-4980-B294-21A43D92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同一案件上下文贯穿调查、验证和报告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414E1-43DC-46E7-BB0C-D0C07C85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600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E566D-85CA-4209-812A-0E5E68B7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E4498-6F93-4990-9940-A41EC05C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812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自然语言提问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D42D6-0859-48B3-B62B-7354D96B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90700"/>
            <a:ext cx="1600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555C2-8310-4317-AD1F-0326FD0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43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5674A-0A21-4211-B439-98296C7A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812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Agent 规划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98DB7-E672-4AC8-BD06-2F0B8C3E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1600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09003-783A-45C7-A37B-4AA67C13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43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842F5-2F43-4C80-8522-D4BABD0B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812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调用真实工具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E13B5-8AD1-4488-9D30-C1C35327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1600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F2C90-811D-4445-93DF-172C724F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0C5EE-08E4-4189-A05F-D89B2F8A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812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证据解释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8C055-CC8E-42C3-8C2F-08C553F0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90700"/>
            <a:ext cx="1600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340C0-97E5-4988-A79C-2E74D85A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1A534-6DE1-4AA2-9CFE-EDAE1E31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修复复检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DB0B91-C5BD-4041-9F08-03CAF996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790700"/>
            <a:ext cx="1600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8FD05E-07ED-4975-BA15-48227EA0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943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868855-C8CD-48E4-9659-65CA99F8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9812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报告归档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E882F5-A9FE-493A-AB53-6EF6D1A4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Prompt 红蓝攻防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FCDA8B-6530-4D80-96BB-F6B81A7B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99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生成对抗变体 → 真实引擎检测 → 解释命中或逃逸 → 加固复检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8494A8-3135-4648-A22E-B2A001FD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PCAP 攻防实验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AA87C4-1BAE-4431-91DD-6196AA06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434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固定攻击流量 → Packet 证据 → 攻击类型判断 → 攻击链关联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77A923-2339-4DBE-BEB6-88F16B26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626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0562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05621"/>
                </a:solidFill>
                <a:latin typeface="Arial"/>
                <a:ea typeface="Arial"/>
                <a:cs typeface="Arial"/>
              </a:rPr>
              <a:t>审计原则：疑似发现统一进入“待授权复核”，高影响处置不越权。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F6A48B-179A-45C0-A28C-C565B3EA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StreamLens 明鉴  |  6/8</a:t>
            </a:r>
          </a:p>
        </p:txBody>
      </p:sp>
    </p:spTree>
    <p:extLst>
      <p:ext uri="{BB962C8B-B14F-4D97-AF65-F5344CB8AC3E}">
        <p14:creationId xmlns:p14="http://schemas.microsoft.com/office/powerpoint/2010/main" val="5713406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9673AD-EC62-49C3-988A-ED9F5C9C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测试结果与可信边界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F8219-756C-4B27-96EC-7FBBDBCD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指标和范围同时呈现，避免把小样本结果外推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793A1-4E5E-4B6C-96D5-4D2825DB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668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C156F-EFB7-4D78-98C5-C196C233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冻结回归集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C3746-9B58-4547-BE74-EFC477CC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811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29 条：21 attack / 8 benign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9E8E9-002E-47DB-B95B-E0D6F868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C0F26-574A-4715-81A9-57D81A6C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71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扩展本地信号评测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F2063-21E7-4997-A216-D90C1B12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717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240 条：120 attack / 120 benign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EAEA4-A653-42E8-BCE6-3DBFCAC6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313A6-EC51-438A-A1F2-A0AC7387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622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扩展评测 Precision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128B8-33A3-46E3-ABD9-3A52D53D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1.0000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F57B2-3850-4BF1-8EA0-02228A16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44AA1-335C-47DA-9FC5-2678C621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52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扩展评测 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96F07-DB15-4DA4-8A2F-52AFFCF6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528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0.4667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1700D-420C-483C-B4B3-D16779E5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6D1BC8-E58F-46B0-9640-1EA89E70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4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扩展评测 F1 / FPR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C8996D-DF66-43B1-BD21-6EA2EADD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433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0.6364 / 0.0000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DB8398-9DD7-4847-84E8-5156EFB6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96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3F038D-A7D7-4C5E-BC80-04D6157E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PCAP 冒烟测试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83D602-CED6-475B-AF95-D91ED736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339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5 个教学文件，578 包，解析错误 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6889D0-1524-450E-A9D3-B09C5A0C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0562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05621"/>
                </a:solidFill>
                <a:latin typeface="Arial"/>
                <a:ea typeface="Arial"/>
                <a:cs typeface="Arial"/>
              </a:rPr>
              <a:t>解释：扩展评测只覆盖规则标记与 Entropy-CPD，不调用 LLM。Recall 偏低说明未知或未命中固定模式的攻击仍需语义层协同。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D83068-964F-4EB0-8707-963D1059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StreamLens 明鉴  |  7/8</a:t>
            </a:r>
          </a:p>
        </p:txBody>
      </p:sp>
    </p:spTree>
    <p:extLst>
      <p:ext uri="{BB962C8B-B14F-4D97-AF65-F5344CB8AC3E}">
        <p14:creationId xmlns:p14="http://schemas.microsoft.com/office/powerpoint/2010/main" val="12572781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EEE2F-8DDA-4721-8B3F-5C4CDA23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比赛任务对应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568FA-DFBC-48FD-BB29-FCB79683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从场景化智能体到可审计的自主闭环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694FA-9B1E-4FE9-B5EF-C3381628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049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基础任务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99CD0-2582-45C1-ADFF-12B9933E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62100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D77FA-E4C9-4676-824B-F9358C55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954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Prompt/PCAP 场景化调查、证据解释、报告生成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C4AA2-48CB-45B2-B9D4-F558DC4A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002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自然对话入口与检测闭环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F950A-EAA1-4B57-81DC-3C73E4D8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70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进阶任务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3F119-8ACB-492C-BECE-647EB0AC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24150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16144-D3F3-414B-9E93-88D6FC32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RAG、Entropy-CPD、PCAP 行为路、自研工具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4BD80-4962-4F35-AE7A-D4C3063F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6230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知识增强与工具扩展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C13B3-5683-4EA4-95F2-E9DAB9C2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挑战任务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4C183-3533-4057-B305-71E51E98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86200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C0FC9-8A85-4F9D-87BE-0F3CD17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195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ReAct 规划、跨域协同、反事实归因、授权门禁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FD6FD-9851-4321-88A6-91939C36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243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可观察、可复核的超级智能体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F9E90-6F56-4A60-A226-8A0A3580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B63ED-AEA7-4D57-BDB2-BFE91C6C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核心结论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72996-9004-412B-B475-B9717C0D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007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把大模型的理解能力和安全引擎的可审计能力放在同一调查闭环中。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52B6F-A639-42D6-8427-1BF85764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StreamLens 明鉴  |  8/8</a:t>
            </a:r>
          </a:p>
        </p:txBody>
      </p:sp>
    </p:spTree>
    <p:extLst>
      <p:ext uri="{BB962C8B-B14F-4D97-AF65-F5344CB8AC3E}">
        <p14:creationId xmlns:p14="http://schemas.microsoft.com/office/powerpoint/2010/main" val="17451993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2026-09-09T18:52:28.9100000Z</dcterms:created>
  <dcterms:modified xsi:type="dcterms:W3CDTF">2026-09-09T18:52:28.9100000Z</dcterms:modified>
</coreProperties>
</file>